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3"/>
    <p:restoredTop sz="94697"/>
  </p:normalViewPr>
  <p:slideViewPr>
    <p:cSldViewPr snapToGrid="0">
      <p:cViewPr varScale="1">
        <p:scale>
          <a:sx n="110" d="100"/>
          <a:sy n="110" d="100"/>
        </p:scale>
        <p:origin x="19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1C6DF0-81DF-F7B9-76A0-2161A6BC6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DEA26BD-6B67-94CB-85D1-9E766DB9C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685125-C586-9ACE-E7B0-C5597D39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2A72FE-813E-954D-191A-1A022A433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775642-F153-FD63-F67E-71645504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374989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A729A3-D290-964F-79A5-3FAED7A1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C01649-5FDE-D074-3111-C84DE40A0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3C7973-9506-C3D5-2DD6-37B28F5D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69E603-4C8A-A65F-6AAA-67CFF85E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86D80E-30E8-7E17-808F-D126B9DE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25342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4AB44-DCEE-053C-54E9-8A60A93B0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B58298-2DE7-8115-484B-4B7656C73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2FE32C-932E-9013-6C71-AFE025C1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D5C383-49EE-C82E-8B73-C3207CF0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114F55-D088-15CC-A493-E7C48E09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420075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8620A4-03CE-D521-FDA8-F6D1A6B3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B39EA3-E35F-3582-2FA6-7EE746EE6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6543B7E-7B8B-DD31-8A34-C6425AF78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807B94-0109-0B38-339E-20E04C59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AAD381-9E94-4288-FC3F-2294E4A3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F35417-F61A-4B53-0238-25B6F61E9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3036078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31146C-C7BF-D260-0A2C-B71F95DF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BB1693-E166-7066-9ABF-B460D26AB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801A807-0900-F131-F04E-6B0A4C1C0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608A66-1615-B4AD-1755-1AA44163FE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2725183-2576-C820-E4C3-02B86E4D7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25E1195-8289-2EED-DD48-6069354A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0A5A3F3-F442-DD75-B36D-2B01189D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2CC0DA7-36ED-311F-A8AF-7C3CFA8C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45108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6CC6D4-120B-9A95-C6B1-2CA8E3740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7723ECD-29E8-026F-A74E-D353FE27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5C638B-ACAA-4A2F-600C-F34ED9FF6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C25C0F-FECF-52C6-850B-C4EAA3C9C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124480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162EC44-1A44-5F74-F1A1-F449B9DF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CD5F29-DEF4-9657-48D8-C125C12A4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45CACC-8F5C-C74C-DC53-D2497C4D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214012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79D31-BB48-4A5E-8D1C-9C393577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E9BD4C-1D3E-01E6-23AE-273C3D65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C4213F-1AB5-04AC-0309-FA9E9F8BE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7B93B2-352D-7221-E81E-883B20349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507CD0-D18D-9D49-A7C8-DE1DFB30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30177C-499E-9FE8-E23E-946DB0BFD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3525838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AE9683-76E2-1BAD-B812-32DBF21D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568AB07-12E7-1D5A-C019-D771B3B3F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42D713-68EB-ABE7-591B-E267B0C59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CF5231-9575-96F3-EDC6-94278B49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4DCF8F-E87D-AEDB-70D1-0BC938B0D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25C442-94E7-66F5-873D-A5BB7A6E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425529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A0265-20B7-59F2-A6D4-B6086164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68FE410-39C6-D474-D4CE-08CFBB59B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9335E1-3871-73FE-0FBB-F7B056F8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947492-8AA8-FE96-0EF1-6E4EB759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473723-DF4D-B9DD-6284-9B570F75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195562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B2FB6F0-C459-8D6A-AD25-BF4813FDC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A5898C-5097-BE01-4574-66FE2FAF7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F7CD8E-285A-B388-1C42-9955CDC6A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251C79-0976-9EF8-B426-C2A083AC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B5E1F9-A921-60BC-725B-375B7025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298213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E15786F-BD23-C069-A704-273E3CBC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A6FDBA-D746-9CEC-8DAA-F04065D9A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9FA6D5-2BAA-C580-F86B-943485617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04C77-94D2-D24D-B8E8-B7886480A65D}" type="datetimeFigureOut">
              <a:rPr lang="fr-US" smtClean="0"/>
              <a:t>6/1/26</a:t>
            </a:fld>
            <a:endParaRPr lang="fr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42D064-BC09-C814-C252-AFF987AFA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814C43-0646-5B3D-7CFB-91D15354A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FC527-F6A4-2740-AAC3-A717D9A9D9DC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112096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E8A2E115-7525-B11E-82D3-16273C608D62}"/>
              </a:ext>
            </a:extLst>
          </p:cNvPr>
          <p:cNvGrpSpPr/>
          <p:nvPr/>
        </p:nvGrpSpPr>
        <p:grpSpPr>
          <a:xfrm>
            <a:off x="997532" y="712950"/>
            <a:ext cx="7400877" cy="1062762"/>
            <a:chOff x="997532" y="712950"/>
            <a:chExt cx="7400877" cy="1062762"/>
          </a:xfrm>
        </p:grpSpPr>
        <p:pic>
          <p:nvPicPr>
            <p:cNvPr id="1028" name="Picture 4" descr="Fleugzeug Black and White Stock Photos &amp; Images - Alamy">
              <a:extLst>
                <a:ext uri="{FF2B5EF4-FFF2-40B4-BE49-F238E27FC236}">
                  <a16:creationId xmlns:a16="http://schemas.microsoft.com/office/drawing/2014/main" id="{BDC0F3A7-AB7A-EEB4-A25E-66C1E889F1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58" t="3133" r="6278" b="10855"/>
            <a:stretch>
              <a:fillRect/>
            </a:stretch>
          </p:blipFill>
          <p:spPr bwMode="auto">
            <a:xfrm flipH="1">
              <a:off x="2160655" y="712950"/>
              <a:ext cx="1284464" cy="1062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Paraglider Silhouette Vector Image">
              <a:extLst>
                <a:ext uri="{FF2B5EF4-FFF2-40B4-BE49-F238E27FC236}">
                  <a16:creationId xmlns:a16="http://schemas.microsoft.com/office/drawing/2014/main" id="{1861C160-DD18-9B1B-DEA3-687E11D14DF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532" y="712950"/>
              <a:ext cx="1062762" cy="1062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EC0B6C-8FD2-4FC1-0F07-60514C3824A1}"/>
                </a:ext>
              </a:extLst>
            </p:cNvPr>
            <p:cNvSpPr/>
            <p:nvPr/>
          </p:nvSpPr>
          <p:spPr>
            <a:xfrm>
              <a:off x="4094538" y="712950"/>
              <a:ext cx="430387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</a:bodyPr>
            <a:lstStyle/>
            <a:p>
              <a:pPr algn="ctr"/>
              <a:r>
                <a:rPr lang="fr-FR" sz="5400" b="1" cap="none" spc="50" dirty="0" err="1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innerShdw blurRad="63500" dist="103120" dir="13500000">
                      <a:srgbClr val="000000">
                        <a:alpha val="50000"/>
                      </a:srgbClr>
                    </a:innerShdw>
                  </a:effectLst>
                </a:rPr>
                <a:t>SkyScore</a:t>
              </a:r>
              <a:r>
                <a:rPr lang="fr-FR" sz="5400" b="1" cap="none" spc="50" dirty="0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innerShdw blurRad="63500" dist="103120" dir="13500000">
                      <a:srgbClr val="000000">
                        <a:alpha val="50000"/>
                      </a:srgbClr>
                    </a:innerShdw>
                  </a:effectLst>
                </a:rPr>
                <a:t> 1.0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21376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2536</TotalTime>
  <Words>2</Words>
  <Application>Microsoft Macintosh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Legreneur2</dc:creator>
  <cp:lastModifiedBy>Pierre Legreneur2</cp:lastModifiedBy>
  <cp:revision>1</cp:revision>
  <dcterms:created xsi:type="dcterms:W3CDTF">2026-06-01T14:06:09Z</dcterms:created>
  <dcterms:modified xsi:type="dcterms:W3CDTF">2026-06-03T08:22:34Z</dcterms:modified>
</cp:coreProperties>
</file>